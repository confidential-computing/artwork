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4"/>
  </p:notesMasterIdLst>
  <p:sldIdLst>
    <p:sldId id="287" r:id="rId2"/>
    <p:sldId id="288" r:id="rId3"/>
    <p:sldId id="289" r:id="rId4"/>
    <p:sldId id="293" r:id="rId5"/>
    <p:sldId id="294" r:id="rId6"/>
    <p:sldId id="295" r:id="rId7"/>
    <p:sldId id="290" r:id="rId8"/>
    <p:sldId id="291" r:id="rId9"/>
    <p:sldId id="292" r:id="rId10"/>
    <p:sldId id="296" r:id="rId11"/>
    <p:sldId id="297" r:id="rId12"/>
    <p:sldId id="29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000000"/>
    <a:srgbClr val="3FC1C9"/>
    <a:srgbClr val="0075B8"/>
    <a:srgbClr val="EB0045"/>
    <a:srgbClr val="A4D03C"/>
    <a:srgbClr val="1AC9A6"/>
    <a:srgbClr val="0076BB"/>
    <a:srgbClr val="9A63A3"/>
    <a:srgbClr val="FCD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/>
    <p:restoredTop sz="94726"/>
  </p:normalViewPr>
  <p:slideViewPr>
    <p:cSldViewPr snapToGrid="0">
      <p:cViewPr varScale="1">
        <p:scale>
          <a:sx n="136" d="100"/>
          <a:sy n="136" d="100"/>
        </p:scale>
        <p:origin x="1824" y="4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66100" y="235450"/>
            <a:ext cx="7241400" cy="208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529325"/>
            <a:ext cx="7195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5F5AF0-0513-F817-1FC6-A157123D9C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7500" y="3971299"/>
            <a:ext cx="2520000" cy="7942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3600"/>
              <a:buNone/>
              <a:defRPr sz="3600"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0D5981B-6351-0794-E9A5-A1BE41211B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500" y="3971299"/>
            <a:ext cx="2520000" cy="7942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6"/>
            <a:ext cx="8520600" cy="2949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429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lvl="2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lvl="3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lvl="4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40100" lvl="7" indent="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CA"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4124B-7185-47D8-984D-FBF247823F73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CD3972D-F496-4429-759C-3A269E385F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36376-ACB3-B74B-8AAE-92731F33CE27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AF92353-9D98-ED37-182A-C51B3F5E8B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1_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2589592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277205" y="1152475"/>
            <a:ext cx="2589592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lang="en-US"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3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8D6D658F-B504-8A40-BD2C-90ED7319F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31;p5">
            <a:extLst>
              <a:ext uri="{FF2B5EF4-FFF2-40B4-BE49-F238E27FC236}">
                <a16:creationId xmlns:a16="http://schemas.microsoft.com/office/drawing/2014/main" id="{D594319F-8D7F-4644-B156-91E20A63A19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6242711" y="1160026"/>
            <a:ext cx="2589592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  <a:defRPr sz="14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92878-E3D2-8AD0-D7A9-E837A23F59E2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DE3A53D-1E01-2B13-B3C2-FA1CC55636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1_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878768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2528710" y="1152475"/>
            <a:ext cx="1878768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3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8D6D658F-B504-8A40-BD2C-90ED7319F9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31;p5">
            <a:extLst>
              <a:ext uri="{FF2B5EF4-FFF2-40B4-BE49-F238E27FC236}">
                <a16:creationId xmlns:a16="http://schemas.microsoft.com/office/drawing/2014/main" id="{D594319F-8D7F-4644-B156-91E20A63A19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739046" y="1160026"/>
            <a:ext cx="1878768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12" name="Google Shape;31;p5">
            <a:extLst>
              <a:ext uri="{FF2B5EF4-FFF2-40B4-BE49-F238E27FC236}">
                <a16:creationId xmlns:a16="http://schemas.microsoft.com/office/drawing/2014/main" id="{D08AD28E-22ED-9F4B-9124-E1D407C8D25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948287" y="1160026"/>
            <a:ext cx="1878768" cy="2974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E06F4-E943-4FBC-3ED4-36CF7F27F3D3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1B4A2E1-D9A8-E017-1423-3062F4A23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2825579"/>
            <a:ext cx="1878768" cy="1289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2528710" y="2825579"/>
            <a:ext cx="1878768" cy="1289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3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8D6D658F-B504-8A40-BD2C-90ED7319F9C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r>
              <a:rPr lang="en-US" dirty="0"/>
              <a:t>Meet the Team</a:t>
            </a:r>
            <a:endParaRPr dirty="0"/>
          </a:p>
        </p:txBody>
      </p:sp>
      <p:sp>
        <p:nvSpPr>
          <p:cNvPr id="11" name="Google Shape;31;p5">
            <a:extLst>
              <a:ext uri="{FF2B5EF4-FFF2-40B4-BE49-F238E27FC236}">
                <a16:creationId xmlns:a16="http://schemas.microsoft.com/office/drawing/2014/main" id="{D594319F-8D7F-4644-B156-91E20A63A19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739046" y="2833130"/>
            <a:ext cx="1878768" cy="1289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12" name="Google Shape;31;p5">
            <a:extLst>
              <a:ext uri="{FF2B5EF4-FFF2-40B4-BE49-F238E27FC236}">
                <a16:creationId xmlns:a16="http://schemas.microsoft.com/office/drawing/2014/main" id="{D08AD28E-22ED-9F4B-9124-E1D407C8D25B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948287" y="2833130"/>
            <a:ext cx="1878768" cy="1289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C58F33D-E6B0-1447-8C4C-83BEE952DE4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7096" y="1152525"/>
            <a:ext cx="1477749" cy="1477749"/>
          </a:xfrm>
          <a:prstGeom prst="ellipse">
            <a:avLst/>
          </a:prstGeom>
        </p:spPr>
        <p:txBody>
          <a:bodyPr/>
          <a:lstStyle>
            <a:lvl1pPr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0D55F04B-77A2-134F-A52A-038EED7468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29219" y="1152525"/>
            <a:ext cx="1477749" cy="1477749"/>
          </a:xfrm>
          <a:prstGeom prst="ellipse">
            <a:avLst/>
          </a:prstGeom>
        </p:spPr>
        <p:txBody>
          <a:bodyPr/>
          <a:lstStyle>
            <a:lvl1pPr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BDFB3888-E81B-914A-96BA-B6884BCD63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36673" y="1152525"/>
            <a:ext cx="1477749" cy="1477749"/>
          </a:xfrm>
          <a:prstGeom prst="ellipse">
            <a:avLst/>
          </a:prstGeom>
        </p:spPr>
        <p:txBody>
          <a:bodyPr/>
          <a:lstStyle>
            <a:lvl1pPr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E1EEE25A-F5F2-C642-83C6-98DF4F0A4B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48796" y="1152525"/>
            <a:ext cx="1477749" cy="1477749"/>
          </a:xfrm>
          <a:prstGeom prst="ellipse">
            <a:avLst/>
          </a:prstGeom>
        </p:spPr>
        <p:txBody>
          <a:bodyPr/>
          <a:lstStyle>
            <a:lvl1pPr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6BCDB-A91E-8383-503E-720E93A20888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76E991-9D8F-38E4-E818-A7F8F2DAF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3">
            <a:extLst>
              <a:ext uri="{FF2B5EF4-FFF2-40B4-BE49-F238E27FC236}">
                <a16:creationId xmlns:a16="http://schemas.microsoft.com/office/drawing/2014/main" id="{AE6AB97D-90E2-D842-9E20-7338914E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55" y="1594916"/>
            <a:ext cx="8332464" cy="883855"/>
          </a:xfrm>
        </p:spPr>
        <p:txBody>
          <a:bodyPr anchor="b"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7DDB8CF6-07CD-2A4C-A951-F13C754228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3030" y="3006523"/>
            <a:ext cx="4638675" cy="5826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‒ Quote attribution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B59653-600C-1D9E-657D-D2323EEC8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3800" y="4440165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5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8AF044-347A-D6D3-A4D5-646E9D47FEFC}"/>
              </a:ext>
            </a:extLst>
          </p:cNvPr>
          <p:cNvSpPr/>
          <p:nvPr userDrawn="1"/>
        </p:nvSpPr>
        <p:spPr>
          <a:xfrm flipV="1">
            <a:off x="0" y="-3725"/>
            <a:ext cx="3050222" cy="5143500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63234D-D969-2542-AD37-BA3F8A6B90B9}"/>
              </a:ext>
            </a:extLst>
          </p:cNvPr>
          <p:cNvSpPr/>
          <p:nvPr userDrawn="1"/>
        </p:nvSpPr>
        <p:spPr>
          <a:xfrm>
            <a:off x="3050223" y="0"/>
            <a:ext cx="6093777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464872" cy="949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30;p5">
            <a:extLst>
              <a:ext uri="{FF2B5EF4-FFF2-40B4-BE49-F238E27FC236}">
                <a16:creationId xmlns:a16="http://schemas.microsoft.com/office/drawing/2014/main" id="{3F6489F5-7FBC-9148-AE3F-DBA6A5C99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515101"/>
            <a:ext cx="2464873" cy="3350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F5C3421-EF8A-90B1-9109-052BD2CBDE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800" y="4440165"/>
            <a:ext cx="1350000" cy="425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68FA9B-FFB4-CC33-41D0-CAE8950F0280}"/>
              </a:ext>
            </a:extLst>
          </p:cNvPr>
          <p:cNvSpPr/>
          <p:nvPr userDrawn="1"/>
        </p:nvSpPr>
        <p:spPr>
          <a:xfrm flipV="1">
            <a:off x="-1" y="-3725"/>
            <a:ext cx="4571997" cy="5143500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12E2B9-416A-0247-B0F3-5C12460CF3AC}"/>
              </a:ext>
            </a:extLst>
          </p:cNvPr>
          <p:cNvSpPr/>
          <p:nvPr userDrawn="1"/>
        </p:nvSpPr>
        <p:spPr>
          <a:xfrm>
            <a:off x="4571996" y="3725"/>
            <a:ext cx="457200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19902" cy="949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30;p5">
            <a:extLst>
              <a:ext uri="{FF2B5EF4-FFF2-40B4-BE49-F238E27FC236}">
                <a16:creationId xmlns:a16="http://schemas.microsoft.com/office/drawing/2014/main" id="{3F6489F5-7FBC-9148-AE3F-DBA6A5C99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515101"/>
            <a:ext cx="3919904" cy="33505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7960686-B6A4-AE62-C26D-9A3D86A5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800" y="4440165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6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">
            <a:extLst>
              <a:ext uri="{FF2B5EF4-FFF2-40B4-BE49-F238E27FC236}">
                <a16:creationId xmlns:a16="http://schemas.microsoft.com/office/drawing/2014/main" id="{5DC50FBC-4F5C-124B-94C2-C007B2D290C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-1"/>
            <a:ext cx="4572000" cy="4906083"/>
          </a:xfrm>
          <a:prstGeom prst="rect">
            <a:avLst/>
          </a:prstGeom>
          <a:solidFill>
            <a:srgbClr val="DADDE3"/>
          </a:solidFill>
        </p:spPr>
        <p:txBody>
          <a:bodyPr lIns="91439" tIns="45719" rIns="91439" bIns="45719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Google Shape;30;p5">
            <a:extLst>
              <a:ext uri="{FF2B5EF4-FFF2-40B4-BE49-F238E27FC236}">
                <a16:creationId xmlns:a16="http://schemas.microsoft.com/office/drawing/2014/main" id="{0D113240-F9D7-B946-903B-99D88F363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23630" y="1152475"/>
            <a:ext cx="3999900" cy="2962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6" name="Google Shape;21;p4">
            <a:extLst>
              <a:ext uri="{FF2B5EF4-FFF2-40B4-BE49-F238E27FC236}">
                <a16:creationId xmlns:a16="http://schemas.microsoft.com/office/drawing/2014/main" id="{D7AE8BEE-C989-744D-AAED-F66B599A3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3630" y="445025"/>
            <a:ext cx="39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10" name="Google Shape;16;p3">
            <a:extLst>
              <a:ext uri="{FF2B5EF4-FFF2-40B4-BE49-F238E27FC236}">
                <a16:creationId xmlns:a16="http://schemas.microsoft.com/office/drawing/2014/main" id="{A9958E11-C767-4A47-A52C-6C900AB904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68126-B5EC-CEBF-2DBA-26C8EDCE069F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3EACB0-C375-55AA-61A0-53AC15E85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2300" y="4234002"/>
            <a:ext cx="1350000" cy="4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24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">
            <a:extLst>
              <a:ext uri="{FF2B5EF4-FFF2-40B4-BE49-F238E27FC236}">
                <a16:creationId xmlns:a16="http://schemas.microsoft.com/office/drawing/2014/main" id="{5DC50FBC-4F5C-124B-94C2-C007B2D290C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0" y="1"/>
            <a:ext cx="4572000" cy="4906082"/>
          </a:xfrm>
          <a:prstGeom prst="rect">
            <a:avLst/>
          </a:prstGeom>
          <a:solidFill>
            <a:srgbClr val="DADDE3"/>
          </a:solidFill>
        </p:spPr>
        <p:txBody>
          <a:bodyPr lIns="91439" tIns="45719" rIns="91439" bIns="45719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Google Shape;30;p5">
            <a:extLst>
              <a:ext uri="{FF2B5EF4-FFF2-40B4-BE49-F238E27FC236}">
                <a16:creationId xmlns:a16="http://schemas.microsoft.com/office/drawing/2014/main" id="{0D113240-F9D7-B946-903B-99D88F363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8376" y="1152475"/>
            <a:ext cx="3999900" cy="3646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lvl="1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6" name="Google Shape;21;p4">
            <a:extLst>
              <a:ext uri="{FF2B5EF4-FFF2-40B4-BE49-F238E27FC236}">
                <a16:creationId xmlns:a16="http://schemas.microsoft.com/office/drawing/2014/main" id="{D7AE8BEE-C989-744D-AAED-F66B599A3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376" y="445025"/>
            <a:ext cx="39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76BB"/>
              </a:buClr>
              <a:buSzPts val="2800"/>
              <a:buNone/>
              <a:defRPr>
                <a:solidFill>
                  <a:srgbClr val="0076BB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19B92AF4-4060-0D46-AD43-3A9870878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45050" y="4919800"/>
            <a:ext cx="352200" cy="19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566E56-164A-2554-2B82-4245A1A70EDB}"/>
              </a:ext>
            </a:extLst>
          </p:cNvPr>
          <p:cNvSpPr/>
          <p:nvPr userDrawn="1"/>
        </p:nvSpPr>
        <p:spPr>
          <a:xfrm flipV="1">
            <a:off x="0" y="4906082"/>
            <a:ext cx="9144000" cy="237418"/>
          </a:xfrm>
          <a:prstGeom prst="rect">
            <a:avLst/>
          </a:prstGeom>
          <a:gradFill>
            <a:gsLst>
              <a:gs pos="65000">
                <a:srgbClr val="0075B8"/>
              </a:gs>
              <a:gs pos="0">
                <a:srgbClr val="EB0045"/>
              </a:gs>
              <a:gs pos="100000">
                <a:srgbClr val="3FC1C9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82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2D017-46A8-9D42-8EB8-37A438D8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DD54-2822-8F44-A733-7C3DDE28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41AF5-0170-AF43-B147-99C75176D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73088A8-0256-CA47-A2B9-F09A76DFCA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2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6" r:id="rId5"/>
    <p:sldLayoutId id="2147483657" r:id="rId6"/>
    <p:sldLayoutId id="2147483662" r:id="rId7"/>
    <p:sldLayoutId id="2147483658" r:id="rId8"/>
    <p:sldLayoutId id="2147483652" r:id="rId9"/>
    <p:sldLayoutId id="2147483659" r:id="rId10"/>
    <p:sldLayoutId id="2147483660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092D-6E97-4F85-9F65-7160C8E27D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56EA1-AA4B-0D0E-1FB9-703E8B9AE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134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367C-0027-3613-349D-D7699D35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43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85FC-FAB5-4A1C-F92A-E0373F41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B9299-F3C9-17C3-1343-B0DEEC620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69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CA03-A515-3A39-B8F5-2326979D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60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E7F283-DB70-467C-6A6B-81E571651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D1535-4234-2750-3CF3-18B1EB08408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6A16E9-AD82-A493-A8B6-0552EC70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65657D-C4FF-9542-50C4-CFF2FE2064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904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16B6FB-3E2C-1282-712F-34B33C03F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3CA72-A2C4-59F2-1E0B-9071C24B4E8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7D19E0-9813-CAAC-3E3B-EA02F024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95B31-6FB8-9D7C-5A4F-DAD9742A16E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F80D6E-9322-AE01-3D46-2118ABD9CA7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76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10F359-DD6E-20BD-6A22-EA681DD0A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79B24-0816-3E17-01FC-60E3DFC9F86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94794-C247-FC28-F806-61ED9A57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A0F8C-EB70-B1BB-6A73-F02CC183B0B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5005A2-38C6-AC3E-2CE7-736FDDDB987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0EFDBC-3BAF-E607-3F36-0A14AD6B316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251113-B797-9E02-DABC-B7B5A1921F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C1023C7-81C2-488B-C21B-B7330E65773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864162-D5F6-7722-B1A2-17E12B573B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805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68F0-0C47-B43C-B238-BB1FD8D39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9ACAF-386E-2218-5998-8B691A364A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66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27F6-8277-5358-1B38-AFE9555D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ADF67-F620-7DB7-12C9-3152E2AA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74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5168-A009-4D5F-D19E-9D4CB31D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4691E-7F09-0019-CF92-9C303225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32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5D55E59-E0FD-121D-A6FB-A97EEF464310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08896-FE93-B780-D274-4FB080770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7B133-4D0B-E2AA-A53A-B5DF8EFF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07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63E3F4-27A1-7A59-3DE6-87C20A282B07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BAAE-61DF-7471-05EA-5403E3702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0FEAE1-DF66-B998-E014-59E3A80D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928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onfidential Computing Consortium">
      <a:dk1>
        <a:srgbClr val="595959"/>
      </a:dk1>
      <a:lt1>
        <a:srgbClr val="FFFFFF"/>
      </a:lt1>
      <a:dk2>
        <a:srgbClr val="595959"/>
      </a:dk2>
      <a:lt2>
        <a:srgbClr val="EEEEEE"/>
      </a:lt2>
      <a:accent1>
        <a:srgbClr val="EC1948"/>
      </a:accent1>
      <a:accent2>
        <a:srgbClr val="B37CC1"/>
      </a:accent2>
      <a:accent3>
        <a:srgbClr val="0266AA"/>
      </a:accent3>
      <a:accent4>
        <a:srgbClr val="1AC9A6"/>
      </a:accent4>
      <a:accent5>
        <a:srgbClr val="A3D03C"/>
      </a:accent5>
      <a:accent6>
        <a:srgbClr val="FDD03E"/>
      </a:accent6>
      <a:hlink>
        <a:srgbClr val="0076BB"/>
      </a:hlink>
      <a:folHlink>
        <a:srgbClr val="0266A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3465</TotalTime>
  <Words>0</Words>
  <Application>Microsoft Macintosh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Dariush Hessami</cp:lastModifiedBy>
  <cp:revision>46</cp:revision>
  <dcterms:modified xsi:type="dcterms:W3CDTF">2025-03-12T09:50:15Z</dcterms:modified>
</cp:coreProperties>
</file>